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2257-D475-C410-B28E-149ECA8CC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B4C8C-905A-4DA9-C6B2-A057EC5F3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4126C-7605-0B97-C741-02D39329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9B3-5570-076F-6E14-066B35212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E13E8-39E3-3636-E86B-7D967B2B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95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8417-54B9-B86E-9530-A4E58249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AC6E-B099-DB8F-1E1B-7F5F36F3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7A364-C3CE-15E2-E4E1-906E383A7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12CA2-9F89-E720-83F1-B042B812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9D44-3CD7-D970-E525-D460F0DA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87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BF28-D16E-B863-216B-204FAD56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23B33-4A42-E88B-88E4-1E02D64D2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B3AD3-19D4-56C3-8717-5F56BC1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809B6-9BF1-879C-DFF1-A0B1A03C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DD29-8599-1177-976A-36AA98F4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0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9BE2-D612-7D79-1AA1-AF35C0C9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CDF2F-FDD8-C3B9-3BAC-92283B602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7C2CF-6772-A6F8-9583-04D209729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706CB-25CE-4748-A5DC-CAD86ED3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F7CC3-7A2E-2D54-B3EB-11EA0E60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48A8B-9C9A-E0BC-7089-FA23D83E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80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6974-F4AF-9B90-1025-CF08996D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75FF5-7075-4FAB-C25E-30E7ED318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22603-3342-612E-572D-F56F4EB5E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00E8E-6560-B962-ED80-F15112CB7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6E9D0-68A3-F5A1-36A9-1567E224A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2B4A3-0F74-E971-7220-8EDE1680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DA7FA-5B22-B700-AFC9-C8254D46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3745E-EA93-BC34-BAA5-C4312267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93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220D-1E31-62D9-3409-5AD2C7C9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6C179-A270-5FB6-A292-AD4FE03B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ED29F-A493-421B-135B-B3C6F3D5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860E9-0093-59F1-9F10-B154EF1E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1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97C2A-310A-43F6-77D7-2292FAB3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ABDDC-49AE-5BBD-FCDC-4C8366C9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5200C-5191-7DA3-AEA4-659ABD65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54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50D6-13B4-EE32-1EF9-913934FE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85B0-3F14-C77A-5B80-7D116295E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04163-120D-C1A2-3860-3436005CA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E1297-2FFE-57F3-9775-1114726D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59BA-0A88-CA36-3AE8-7AF32B58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E5D7E-0BDA-A924-6C7A-01981117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18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C5D0-4765-7B57-2719-7090E4DD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CC2B1-353D-2B97-C9A8-F495A4040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30C76-EEB9-425B-0848-6C01C3248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9BA2A-ABA1-6557-1071-A7E86E79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90A44-E613-1A2C-5090-1BF7DBD7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BAA92-C0F2-E771-EEA7-08E95DBD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6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1B7C-40B2-F488-357E-480A31EB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D0847-B10E-C2D8-9EE4-56C61A2C3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892A7-235B-5132-724F-9E912FAA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6254B-CF53-3023-3BE4-6551C8E6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413CE-F7EA-8CC4-E33D-AF8D06AC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6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1D69F6-1583-EF4B-D5AE-0A93EAA42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F22CD-C03C-C30E-0B72-B85E1456C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7F75F-F7D0-70C3-2BDB-DD6A00A6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3930-B58C-3795-2E87-9E531654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5B88-68F5-DF10-8424-70F05D5C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66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8917C-47C1-4660-807C-84D457FD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619CA-A5C8-1DDA-8663-46B37BAC6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72233-3BE8-EEF0-B595-A6D30F0DF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153F1-3857-4C7B-B5F8-EC1776395921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CA3E0-9FBC-66C6-B4A1-D0D1BCFFB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55E7-9E15-CF88-D6EE-1F8EBFB4A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6110D-ADD6-4820-A960-65F6B8B25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09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ealth-care-center-k3gk.onrender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k-HoWaN/Health-Care-Center/blob/main/README.md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../AI-Web%20based%20project/Medicine%20Recommendation%20System/local_rec_sys/scripts/dist/recommendation_script.ex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3263BA-3533-75A2-63D8-81EF1991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effectLst>
            <a:reflection endPos="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3593BC1-F1D9-C7C0-DBA3-07DD49DC2297}"/>
              </a:ext>
            </a:extLst>
          </p:cNvPr>
          <p:cNvSpPr/>
          <p:nvPr/>
        </p:nvSpPr>
        <p:spPr>
          <a:xfrm>
            <a:off x="1179871" y="4888227"/>
            <a:ext cx="3762832" cy="1622323"/>
          </a:xfrm>
          <a:prstGeom prst="rect">
            <a:avLst/>
          </a:prstGeom>
          <a:solidFill>
            <a:schemeClr val="bg1">
              <a:alpha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703D95-506C-E663-C333-86D7E64C8C92}"/>
              </a:ext>
            </a:extLst>
          </p:cNvPr>
          <p:cNvSpPr/>
          <p:nvPr/>
        </p:nvSpPr>
        <p:spPr>
          <a:xfrm>
            <a:off x="1179871" y="206477"/>
            <a:ext cx="10038735" cy="1622323"/>
          </a:xfrm>
          <a:prstGeom prst="rect">
            <a:avLst/>
          </a:prstGeom>
          <a:solidFill>
            <a:schemeClr val="bg1">
              <a:alpha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09688D-66CC-CF36-E89D-4BDEC4159A5B}"/>
              </a:ext>
            </a:extLst>
          </p:cNvPr>
          <p:cNvSpPr/>
          <p:nvPr/>
        </p:nvSpPr>
        <p:spPr>
          <a:xfrm>
            <a:off x="1265172" y="313038"/>
            <a:ext cx="9877167" cy="807839"/>
          </a:xfrm>
          <a:prstGeom prst="rect">
            <a:avLst/>
          </a:prstGeom>
          <a:solidFill>
            <a:schemeClr val="tx1">
              <a:alpha val="50000"/>
            </a:schemeClr>
          </a:solidFill>
          <a:effectLst>
            <a:reflection endPos="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ookman Old Style" panose="02050604050505020204" pitchFamily="18" charset="0"/>
              </a:rPr>
              <a:t>Data Analytics in Real-Life: Building a Health Care Management System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D73792-AFE2-9D55-3FDA-90C852B77DDB}"/>
              </a:ext>
            </a:extLst>
          </p:cNvPr>
          <p:cNvSpPr/>
          <p:nvPr/>
        </p:nvSpPr>
        <p:spPr>
          <a:xfrm>
            <a:off x="1265172" y="1120877"/>
            <a:ext cx="9877167" cy="609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A Practical Approach to Leveraging Data Analytics in the Medical Sector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AD139-20ED-60CB-5A8E-6EB6038AF58E}"/>
              </a:ext>
            </a:extLst>
          </p:cNvPr>
          <p:cNvSpPr/>
          <p:nvPr/>
        </p:nvSpPr>
        <p:spPr>
          <a:xfrm>
            <a:off x="1265172" y="4975123"/>
            <a:ext cx="3601795" cy="1455174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B4E69-DD6E-C207-091C-9D2828EF005F}"/>
              </a:ext>
            </a:extLst>
          </p:cNvPr>
          <p:cNvSpPr txBox="1"/>
          <p:nvPr/>
        </p:nvSpPr>
        <p:spPr>
          <a:xfrm>
            <a:off x="1271815" y="4975123"/>
            <a:ext cx="35951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Name : Mohak Shah (Data Scientist)</a:t>
            </a:r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400" dirty="0">
                <a:solidFill>
                  <a:schemeClr val="bg1">
                    <a:lumMod val="85000"/>
                  </a:schemeClr>
                </a:solidFill>
              </a:rPr>
              <a:t>Team : </a:t>
            </a:r>
          </a:p>
          <a:p>
            <a:r>
              <a:rPr lang="en-IN" sz="1400" dirty="0" err="1">
                <a:solidFill>
                  <a:schemeClr val="bg1">
                    <a:lumMod val="85000"/>
                  </a:schemeClr>
                </a:solidFill>
              </a:rPr>
              <a:t>Nilax</a:t>
            </a:r>
            <a:r>
              <a:rPr lang="en-IN" sz="1400" dirty="0">
                <a:solidFill>
                  <a:schemeClr val="bg1">
                    <a:lumMod val="85000"/>
                  </a:schemeClr>
                </a:solidFill>
              </a:rPr>
              <a:t> Modi – UI/UX Designer</a:t>
            </a:r>
          </a:p>
          <a:p>
            <a:r>
              <a:rPr lang="en-IN" sz="1400" dirty="0">
                <a:solidFill>
                  <a:schemeClr val="bg1">
                    <a:lumMod val="85000"/>
                  </a:schemeClr>
                </a:solidFill>
              </a:rPr>
              <a:t>Kishan </a:t>
            </a:r>
            <a:r>
              <a:rPr lang="en-IN" sz="1400" dirty="0" err="1">
                <a:solidFill>
                  <a:schemeClr val="bg1">
                    <a:lumMod val="85000"/>
                  </a:schemeClr>
                </a:solidFill>
              </a:rPr>
              <a:t>Meghani</a:t>
            </a:r>
            <a:r>
              <a:rPr lang="en-IN" sz="1400" dirty="0">
                <a:solidFill>
                  <a:schemeClr val="bg1">
                    <a:lumMod val="85000"/>
                  </a:schemeClr>
                </a:solidFill>
              </a:rPr>
              <a:t> – Backend Developer</a:t>
            </a:r>
          </a:p>
          <a:p>
            <a:r>
              <a:rPr lang="en-IN" sz="1400" dirty="0">
                <a:solidFill>
                  <a:schemeClr val="bg1">
                    <a:lumMod val="85000"/>
                  </a:schemeClr>
                </a:solidFill>
              </a:rPr>
              <a:t>Uday Panchal – Project Lead (Bk Dev)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20327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16A4-D667-7DC2-8042-39A9C534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854F7-2A67-C380-A186-6A47649B5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300" b="1" dirty="0">
                <a:latin typeface="Arial Black" panose="020B0A04020102020204" pitchFamily="34" charset="0"/>
              </a:rPr>
              <a:t>What is Data Analytics</a:t>
            </a:r>
            <a:r>
              <a:rPr lang="en-US" sz="3300" b="1" dirty="0"/>
              <a:t>?</a:t>
            </a:r>
            <a:br>
              <a:rPr lang="en-US" sz="3300" dirty="0"/>
            </a:br>
            <a:r>
              <a:rPr lang="en-US" sz="3300" dirty="0"/>
              <a:t>Data Analytics involves collecting, processing, analyzing, and sharing data to make informed decisions.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300" dirty="0"/>
          </a:p>
          <a:p>
            <a:pPr>
              <a:lnSpc>
                <a:spcPct val="120000"/>
              </a:lnSpc>
            </a:pPr>
            <a:r>
              <a:rPr lang="en-US" sz="3300" b="1" dirty="0">
                <a:latin typeface="Arial Black" panose="020B0A04020102020204" pitchFamily="34" charset="0"/>
              </a:rPr>
              <a:t>Objective of the Project</a:t>
            </a:r>
            <a:r>
              <a:rPr lang="en-US" sz="3300" b="1" dirty="0"/>
              <a:t>:</a:t>
            </a:r>
            <a:br>
              <a:rPr lang="en-US" sz="3300" dirty="0"/>
            </a:br>
            <a:r>
              <a:rPr lang="en-US" sz="3300" dirty="0"/>
              <a:t>To develop a Health Care Management System that leverages Data Analytics for personalized patient care and efficient health service delivery.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300" dirty="0"/>
          </a:p>
          <a:p>
            <a:pPr>
              <a:lnSpc>
                <a:spcPct val="120000"/>
              </a:lnSpc>
            </a:pPr>
            <a:r>
              <a:rPr lang="en-US" sz="3300" b="1" dirty="0">
                <a:latin typeface="Arial Black" panose="020B0A04020102020204" pitchFamily="34" charset="0"/>
              </a:rPr>
              <a:t>Features</a:t>
            </a:r>
            <a:r>
              <a:rPr lang="en-US" sz="3300" b="1" dirty="0"/>
              <a:t>:</a:t>
            </a:r>
            <a:endParaRPr lang="en-US" sz="33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300" dirty="0"/>
              <a:t>Appointment scheduling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300" dirty="0"/>
              <a:t>Patient management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300" dirty="0"/>
              <a:t>Telemedicine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300" dirty="0"/>
              <a:t>Preventive care alerts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300" dirty="0"/>
              <a:t>Mental health chatbot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73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53DC-82A1-2A3A-4389-70FCA63F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Plan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8F18-339D-1FBF-F86F-7E77AEE5C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29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latin typeface="Arial Black" panose="020B0A04020102020204" pitchFamily="34" charset="0"/>
              </a:rPr>
              <a:t>Goal:</a:t>
            </a:r>
          </a:p>
          <a:p>
            <a:pPr marL="933750" lvl="1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The primary goal is to design a </a:t>
            </a:r>
            <a:r>
              <a:rPr lang="en-US" sz="1400" b="1" dirty="0"/>
              <a:t>Health Care Management System</a:t>
            </a:r>
            <a:r>
              <a:rPr lang="en-US" sz="1400" dirty="0"/>
              <a:t> that integrates Data Analytics to provide personalized and   efficient care for patients. </a:t>
            </a:r>
          </a:p>
          <a:p>
            <a:pPr marL="933750" lvl="1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Understand and meet the needs of key stakeholders.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 Black" panose="020B0A04020102020204" pitchFamily="34" charset="0"/>
              </a:rPr>
              <a:t>Key Questions: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Features Are Essential for Each User?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Patients: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Appointment scheduling, health recommendations, access to telemedicine services, reminders for check-ups/vaccinations.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Doctors/Medical Staff: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Patient data management, telemedicine integration, monitoring patient progress, providing preventive care alerts.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Admin: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Manage patient records, system updates, and ensure offline functionalities for patients in remote areas.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Data Is Needed to Support These Features?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Patient Data: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Demographics, medical history, symptoms, past appointments.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Health Data: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Symptom-disease mapping, disease trends, vaccination records.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Interaction Data: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User interactions with the system (e.g., appointment requests, symptom input).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Will the System Operate Offline?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Offline Functionality: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Ensure the web app provides a downloadable version (100 MB size) that users can access even without an internet connection.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Sync: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Patients can use the system offline, with data syncing when the device is connected to the internet.</a:t>
            </a:r>
          </a:p>
          <a:p>
            <a:endParaRPr lang="en-IN" sz="1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07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709C-3B8B-34F4-1483-35905238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Prepare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5266-AB4C-3EE6-2815-62EA10E94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>
                <a:latin typeface="Arial Black" panose="020B0A04020102020204" pitchFamily="34" charset="0"/>
              </a:rPr>
              <a:t>Data Sources:</a:t>
            </a:r>
            <a:endParaRPr lang="en-IN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dirty="0"/>
              <a:t>Dataset of 132 symptoms and target diseases.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dirty="0"/>
              <a:t>Patient demographics and medical history.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dirty="0"/>
              <a:t>Appointment and telemedicine data trends.</a:t>
            </a:r>
          </a:p>
          <a:p>
            <a:r>
              <a:rPr lang="en-IN" sz="1800" b="1" dirty="0">
                <a:latin typeface="Arial Black" panose="020B0A04020102020204" pitchFamily="34" charset="0"/>
              </a:rPr>
              <a:t>Tools and Platforms:</a:t>
            </a:r>
            <a:endParaRPr lang="en-IN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/>
              <a:t>Programming Tools:</a:t>
            </a:r>
            <a:r>
              <a:rPr lang="en-IN" sz="1800" dirty="0"/>
              <a:t> Python, Flask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/>
              <a:t>Development Tools:</a:t>
            </a:r>
            <a:r>
              <a:rPr lang="en-IN" sz="1800" dirty="0"/>
              <a:t> PyCharm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/>
              <a:t>Deployment Platform:</a:t>
            </a:r>
            <a:r>
              <a:rPr lang="en-IN" sz="1800" dirty="0"/>
              <a:t> Render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/>
              <a:t>Product: </a:t>
            </a:r>
            <a:r>
              <a:rPr lang="en-IN" sz="1800" dirty="0">
                <a:hlinkClick r:id="rId2"/>
              </a:rPr>
              <a:t>Health Care </a:t>
            </a:r>
            <a:r>
              <a:rPr lang="en-IN" sz="1800" dirty="0" err="1">
                <a:hlinkClick r:id="rId2"/>
              </a:rPr>
              <a:t>Center</a:t>
            </a: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7E0339-263B-A953-F685-9A04EE40457E}"/>
              </a:ext>
            </a:extLst>
          </p:cNvPr>
          <p:cNvGrpSpPr/>
          <p:nvPr/>
        </p:nvGrpSpPr>
        <p:grpSpPr>
          <a:xfrm>
            <a:off x="7364627" y="727397"/>
            <a:ext cx="4475875" cy="2148186"/>
            <a:chOff x="7364627" y="365125"/>
            <a:chExt cx="4475875" cy="2148186"/>
          </a:xfrm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DFF638D2-E8DD-6671-6BB0-31215B2445DF}"/>
                </a:ext>
              </a:extLst>
            </p:cNvPr>
            <p:cNvSpPr/>
            <p:nvPr/>
          </p:nvSpPr>
          <p:spPr>
            <a:xfrm>
              <a:off x="7447005" y="475928"/>
              <a:ext cx="4393497" cy="2037383"/>
            </a:xfrm>
            <a:prstGeom prst="foldedCorner">
              <a:avLst>
                <a:gd name="adj" fmla="val 5346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15313A-1EAD-2629-3852-81360EDB5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4627" y="365125"/>
              <a:ext cx="4393497" cy="203738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6190A0-DB31-24D7-670C-169951D228BF}"/>
              </a:ext>
            </a:extLst>
          </p:cNvPr>
          <p:cNvGrpSpPr/>
          <p:nvPr/>
        </p:nvGrpSpPr>
        <p:grpSpPr>
          <a:xfrm>
            <a:off x="7364627" y="3709840"/>
            <a:ext cx="4502361" cy="2467123"/>
            <a:chOff x="7364627" y="2718186"/>
            <a:chExt cx="4502361" cy="24671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D20EFF-C038-0E5E-830A-BCB5B3F0D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7005" y="2828988"/>
              <a:ext cx="4419983" cy="235632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49D9A2F-3725-47FC-15AA-92EC28A2B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4627" y="2718186"/>
              <a:ext cx="4393497" cy="23563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795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A64023-0944-E779-284C-D5C09F8AA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093" y="3270422"/>
            <a:ext cx="5228496" cy="3387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CEEA18-D884-5FAB-57C8-81D37ED6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768A3-79C4-BE8D-015C-929AEDC7A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Data Cleaning: </a:t>
            </a:r>
            <a:r>
              <a:rPr lang="en-US" sz="1800" dirty="0"/>
              <a:t>Ensured consistency in symptom entries and patient records.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Model Training: </a:t>
            </a:r>
            <a:r>
              <a:rPr lang="en-US" sz="1800" dirty="0"/>
              <a:t>Built a personalized recommendation system using the symptom-disease dataset.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API Integration: </a:t>
            </a:r>
            <a:r>
              <a:rPr lang="en-US" sz="1800" dirty="0"/>
              <a:t>Created APIs for the ML model stored in a “</a:t>
            </a:r>
            <a:r>
              <a:rPr lang="en-US" sz="1800" u="sng" dirty="0"/>
              <a:t>.</a:t>
            </a:r>
            <a:r>
              <a:rPr lang="en-US" sz="1800" u="sng" dirty="0" err="1"/>
              <a:t>pkl</a:t>
            </a:r>
            <a:r>
              <a:rPr lang="en-US" sz="1800" dirty="0"/>
              <a:t>” file to integrate with the web app.</a:t>
            </a: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2DDC08-D6FA-6254-232F-164F264F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093" y="3105665"/>
            <a:ext cx="5071977" cy="33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6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353A-8925-2A1C-5D77-44C1BEAB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D7B56-2887-4945-ACC2-FF741B94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latin typeface="Arial Black" panose="020B0A04020102020204" pitchFamily="34" charset="0"/>
              </a:rPr>
              <a:t>Insights Derived: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Identified frequently reported symptoms like fever, headache, fatigue, etc.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Evaluated the model's accuracy and confusion matrix of SVC.</a:t>
            </a:r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42B797-E520-8B21-2411-B4AFF2F6DEE7}"/>
              </a:ext>
            </a:extLst>
          </p:cNvPr>
          <p:cNvGrpSpPr/>
          <p:nvPr/>
        </p:nvGrpSpPr>
        <p:grpSpPr>
          <a:xfrm>
            <a:off x="3036078" y="3217303"/>
            <a:ext cx="6119843" cy="3500652"/>
            <a:chOff x="3001609" y="3357347"/>
            <a:chExt cx="6119843" cy="35006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2A0749-3D53-69BD-DA6E-9F44CFC67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6854" y="3492176"/>
              <a:ext cx="5974598" cy="336582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681015-D005-ED87-6FE0-08EF06DFD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1609" y="3357347"/>
              <a:ext cx="5974598" cy="33658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436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0EA4BF-9661-29D3-954A-A4D60C0C6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642" y="3727721"/>
            <a:ext cx="5267995" cy="2892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92F19A-4172-D047-2E84-6032B0A4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Share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20E8-1B50-DF9B-3B85-DBD9AAD94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Collaboration: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Discussed requirements with the development team for feature alignment.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Shared insights on improving user experience with feedback.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Documentation:</a:t>
            </a:r>
            <a:br>
              <a:rPr lang="en-US" sz="1800" dirty="0"/>
            </a:br>
            <a:r>
              <a:rPr lang="en-US" sz="1800" dirty="0"/>
              <a:t>Developed a comprehensive </a:t>
            </a:r>
            <a:r>
              <a:rPr lang="en-US" sz="1800" dirty="0">
                <a:hlinkClick r:id="rId3"/>
              </a:rPr>
              <a:t>README</a:t>
            </a:r>
            <a:r>
              <a:rPr lang="en-US" sz="1800" dirty="0"/>
              <a:t>, including installation instructions and usage guidelines for the system.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5A5E6-E97D-50CC-18DE-BB1EC2F269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719" t="18139" r="1789" b="8424"/>
          <a:stretch/>
        </p:blipFill>
        <p:spPr>
          <a:xfrm>
            <a:off x="3171567" y="3599935"/>
            <a:ext cx="5206314" cy="289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5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79A0-4F13-69F5-44AD-8C185ACE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ACT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15693-A242-B527-A643-D619BF59A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Deployment: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Successfully deployed the </a:t>
            </a:r>
            <a:r>
              <a:rPr lang="en-US" sz="1800" b="1" dirty="0"/>
              <a:t>Health Care Management System</a:t>
            </a:r>
            <a:r>
              <a:rPr lang="en-US" sz="1800" dirty="0"/>
              <a:t> using Flask on </a:t>
            </a:r>
            <a:r>
              <a:rPr lang="en-US" sz="1800" b="1" dirty="0"/>
              <a:t>Render</a:t>
            </a:r>
            <a:r>
              <a:rPr lang="en-US" sz="1800" dirty="0"/>
              <a:t>, ensuring reliability and scalability.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Made an </a:t>
            </a:r>
            <a:r>
              <a:rPr lang="en-US" sz="1800" b="1" dirty="0"/>
              <a:t>offline version (100 MB)</a:t>
            </a:r>
            <a:r>
              <a:rPr lang="en-US" sz="1800" dirty="0"/>
              <a:t> available for download directly from the web app, allowing users to access critical features without an internet connection.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User Engagement: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Integrated </a:t>
            </a:r>
            <a:r>
              <a:rPr lang="en-US" sz="1800" b="1" dirty="0"/>
              <a:t>preventive care alerts</a:t>
            </a:r>
            <a:r>
              <a:rPr lang="en-US" sz="1800" dirty="0"/>
              <a:t> to notify users about upcoming check-ups and vaccinations based on age, gender, and medical history.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Launched a </a:t>
            </a:r>
            <a:r>
              <a:rPr lang="en-US" sz="1800" b="1" dirty="0"/>
              <a:t>mental health chatbot</a:t>
            </a:r>
            <a:r>
              <a:rPr lang="en-US" sz="1800" dirty="0"/>
              <a:t> to support users with stress and mental well-being inquiries.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Added personalized recommendations through an AI-based </a:t>
            </a:r>
            <a:r>
              <a:rPr lang="en-US" sz="1800" b="1" dirty="0"/>
              <a:t>symptom-disease mapping system</a:t>
            </a:r>
            <a:r>
              <a:rPr lang="en-US" sz="1800" dirty="0"/>
              <a:t> for accurate guidance.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Results Achieved: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Improved accessibility for patients in remote areas with limited internet connectivity.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Enhanced user experience with a simple navigation bar and clearly labeled features like “</a:t>
            </a:r>
            <a:r>
              <a:rPr lang="en-US" sz="1800" dirty="0">
                <a:hlinkClick r:id="rId2" action="ppaction://hlinkfile"/>
              </a:rPr>
              <a:t>Offline Version</a:t>
            </a:r>
            <a:r>
              <a:rPr lang="en-US" sz="18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053581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64F-78CD-6F5D-CD02-64144BF6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Conclusion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97E0-FAAE-C0CF-CB5B-1AF6A3CD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Summary:</a:t>
            </a:r>
            <a:br>
              <a:rPr lang="en-US" sz="1800" dirty="0"/>
            </a:br>
            <a:r>
              <a:rPr lang="en-US" sz="1800" dirty="0"/>
              <a:t>The project demonstrates the practical application of the </a:t>
            </a:r>
            <a:r>
              <a:rPr lang="en-US" sz="1800" b="1" dirty="0"/>
              <a:t>Data Analytics process</a:t>
            </a:r>
            <a:r>
              <a:rPr lang="en-US" sz="1800" dirty="0"/>
              <a:t> (Plan, Prepare, Process, Analyze, Share, Act) to design and implement a </a:t>
            </a:r>
            <a:r>
              <a:rPr lang="en-US" sz="1800" b="1" dirty="0"/>
              <a:t>Health Care Management System</a:t>
            </a:r>
            <a:r>
              <a:rPr lang="en-US" sz="1800" dirty="0"/>
              <a:t> that addresses real-world challenges in the medical sector.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Achievements: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Enhanced healthcare accessibility with an offline-ready system.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Provided personalized medical recommendations through symptom-disease mapping.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Improved patient engagement with features like telemedicine and preventive care alerts.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Impact: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Empowered users with data-driven healthcare solutions.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Supported doctors in providing efficient and targeted patient care.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Enabled better health outcomes by focusing on </a:t>
            </a:r>
            <a:r>
              <a:rPr lang="en-US" sz="1800" b="1" dirty="0"/>
              <a:t>preventive care</a:t>
            </a:r>
            <a:r>
              <a:rPr lang="en-US" sz="1800" dirty="0"/>
              <a:t> and </a:t>
            </a:r>
            <a:r>
              <a:rPr lang="en-US" sz="1800" b="1" dirty="0"/>
              <a:t>mental health support</a:t>
            </a:r>
            <a:r>
              <a:rPr lang="en-US" sz="1800" dirty="0"/>
              <a:t>.</a:t>
            </a:r>
          </a:p>
          <a:p>
            <a:r>
              <a:rPr lang="en-US" sz="1800" b="1" dirty="0">
                <a:latin typeface="Arial Black" panose="020B0A04020102020204" pitchFamily="34" charset="0"/>
              </a:rPr>
              <a:t>Key Takeaways:</a:t>
            </a:r>
            <a:endParaRPr lang="en-US" sz="1800" dirty="0">
              <a:latin typeface="Arial Black" panose="020B0A040201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Data Analytics is not limited to technical applications—it transforms everyday decisions and processes.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Collaboration and systematic analysis are essential to building effective solutions.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62166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778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Bookman Old Style</vt:lpstr>
      <vt:lpstr>Calibri</vt:lpstr>
      <vt:lpstr>Calibri Light</vt:lpstr>
      <vt:lpstr>Courier New</vt:lpstr>
      <vt:lpstr>Wingdings</vt:lpstr>
      <vt:lpstr>Office Theme</vt:lpstr>
      <vt:lpstr>PowerPoint Presentation</vt:lpstr>
      <vt:lpstr>Description</vt:lpstr>
      <vt:lpstr>Plan</vt:lpstr>
      <vt:lpstr>Prepare</vt:lpstr>
      <vt:lpstr>Process</vt:lpstr>
      <vt:lpstr>Analyse</vt:lpstr>
      <vt:lpstr>Share</vt:lpstr>
      <vt:lpstr>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Mohak Shah</dc:creator>
  <cp:lastModifiedBy>Mohak Shah</cp:lastModifiedBy>
  <cp:revision>10</cp:revision>
  <dcterms:created xsi:type="dcterms:W3CDTF">2024-12-01T14:51:48Z</dcterms:created>
  <dcterms:modified xsi:type="dcterms:W3CDTF">2024-12-04T14:16:56Z</dcterms:modified>
</cp:coreProperties>
</file>